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3" r:id="rId8"/>
    <p:sldId id="269" r:id="rId9"/>
    <p:sldId id="273" r:id="rId10"/>
    <p:sldId id="274" r:id="rId11"/>
    <p:sldId id="264" r:id="rId12"/>
    <p:sldId id="265" r:id="rId13"/>
    <p:sldId id="266" r:id="rId14"/>
    <p:sldId id="267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5A568A-B804-4423-9350-162CDF278CFB}">
          <p14:sldIdLst>
            <p14:sldId id="271"/>
            <p14:sldId id="257"/>
            <p14:sldId id="258"/>
            <p14:sldId id="259"/>
            <p14:sldId id="260"/>
            <p14:sldId id="261"/>
            <p14:sldId id="263"/>
            <p14:sldId id="269"/>
            <p14:sldId id="273"/>
            <p14:sldId id="274"/>
            <p14:sldId id="264"/>
            <p14:sldId id="265"/>
            <p14:sldId id="266"/>
            <p14:sldId id="267"/>
          </p14:sldIdLst>
        </p14:section>
        <p14:section name="Untitled Section" id="{976C2557-E89F-4664-97F9-1FE51645CE3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B3E7E-B5A0-7CDA-568D-7143BF79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82132"/>
            <a:ext cx="7339551" cy="1303867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Crime Rate Prediction Using Machine Learning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8714D-D266-D7C2-13BF-F7A142E98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Submitted By: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6BF18-66BB-86D8-51E4-EAD3465D9C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Enroll. No.        Name of Student</a:t>
            </a:r>
            <a:endParaRPr lang="en-IN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21103292           Kul Chandra Bhatt</a:t>
            </a:r>
          </a:p>
          <a:p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21103293           Anup Ghimire</a:t>
            </a:r>
            <a:endParaRPr lang="en-IN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21104060           Atul Khetan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352896-2FA8-1D37-9D97-4956478E0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Guided By: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9ACDB-0A27-D58D-A1F4-EC9F60F3D4D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just" rtl="0">
              <a:spcAft>
                <a:spcPts val="80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Dr. Niyati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Aggrawal</a:t>
            </a:r>
            <a:endParaRPr lang="en-US" b="0" dirty="0">
              <a:effectLst/>
            </a:endParaRPr>
          </a:p>
          <a:p>
            <a:pPr algn="just" rtl="0">
              <a:spcAft>
                <a:spcPts val="80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Assistant Professor (Senior Grade)</a:t>
            </a:r>
            <a:endParaRPr lang="en-US" b="0" dirty="0">
              <a:effectLst/>
            </a:endParaRPr>
          </a:p>
          <a:p>
            <a:pPr algn="just" rtl="0">
              <a:spcAft>
                <a:spcPts val="80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Department of Computer Science and IT</a:t>
            </a:r>
            <a:endParaRPr lang="en-US" b="0" dirty="0">
              <a:effectLst/>
            </a:endParaRPr>
          </a:p>
          <a:p>
            <a:pPr algn="just" rtl="0">
              <a:spcAft>
                <a:spcPts val="80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JIIT NOIDA, Sector – 62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874D60E-E586-7B38-83EF-6C4171149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2365" y="655654"/>
            <a:ext cx="1933575" cy="180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03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9B88-08D6-BA24-E2A5-8D67BF45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D538AA-58BE-987F-14D1-0607647893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0704" y="3155984"/>
            <a:ext cx="1099051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is a serious problem in major Indian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future crime trends can help improve public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project uses machine learning to predict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rate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 cases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risk level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informed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6785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D5413-54C1-1EDC-886B-995707F7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431915-3DCF-F00E-CC46-5064C0DFF7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3185348"/>
            <a:ext cx="889057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Police find it hard to understand big crime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don’t have tools to find patterns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can’t predict future crime trends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causes slow response and poor planning.</a:t>
            </a:r>
          </a:p>
        </p:txBody>
      </p:sp>
    </p:spTree>
    <p:extLst>
      <p:ext uri="{BB962C8B-B14F-4D97-AF65-F5344CB8AC3E}">
        <p14:creationId xmlns:p14="http://schemas.microsoft.com/office/powerpoint/2010/main" val="1532038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2E0EE-E8FE-4F4C-9E1E-E3DAE80B5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C23655-88E9-9303-A98F-4C10DD796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865645"/>
            <a:ext cx="9740808" cy="2701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crime rate.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make predictions easily available.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clear, actionable insights (crime risk levels, estimated cases).</a:t>
            </a:r>
          </a:p>
        </p:txBody>
      </p:sp>
    </p:spTree>
    <p:extLst>
      <p:ext uri="{BB962C8B-B14F-4D97-AF65-F5344CB8AC3E}">
        <p14:creationId xmlns:p14="http://schemas.microsoft.com/office/powerpoint/2010/main" val="341358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85D4-BC94-7DCB-068A-DF6B01DD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Details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8A11CE-7E44-F087-2604-EA3915F271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662128"/>
            <a:ext cx="844013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NCRB (National Crime Records Bureau)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Period: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2014–2021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Cities Covered: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 major Indian cities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Types: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categories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(columns):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Type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Rate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24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E947-89B9-6F94-4857-EF26C7A2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Crime Rate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39465-DF72-E3CE-FCAC-4A9FC8579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Crime Rate</a:t>
            </a:r>
            <a:r>
              <a:rPr lang="en-US" sz="2800" dirty="0"/>
              <a:t> = (Number of Crimes) / (Population in Lakhs)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Normalizes data → Fair comparison across cities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Target variable for prediction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27277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9751-343B-17D4-25BC-E88CAA1D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D0834B-1755-2392-1F80-D1554EC78F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692906"/>
            <a:ext cx="761292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used: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Regressor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Why Random Forest?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complex data well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stable &amp; accurate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Code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Type Code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91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8D0F1D-8A45-4F76-DD7E-50CB448E8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78350" y="980389"/>
            <a:ext cx="10011265" cy="489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496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52669491-D09E-C40C-6072-18F83634A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20" y="936565"/>
            <a:ext cx="10318308" cy="493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433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828B041-7911-A095-DD74-936066826C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A2B43F-6D1C-5B82-27EC-95688D4FE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34" y="684559"/>
            <a:ext cx="6022427" cy="5495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967A56-1E68-05C5-C6B8-41EB6CB6F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420" y="742950"/>
            <a:ext cx="3930870" cy="2686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410936-3D05-BBCA-C16B-071249F86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420" y="3581399"/>
            <a:ext cx="4004442" cy="259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26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7BC2D-880D-30CB-1B2B-97C2920A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Population Scaling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12884-1FA4-686C-DAA8-D7A284F34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Dataset population = 2011 Census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Adjusted using </a:t>
            </a:r>
            <a:r>
              <a:rPr lang="en-IN" sz="2800" b="1" dirty="0"/>
              <a:t>+1% growth per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Updated Pop=Base Pop+(0.01×Years </a:t>
            </a:r>
            <a:r>
              <a:rPr lang="en-US" sz="2800" dirty="0" err="1"/>
              <a:t>Passed×Base</a:t>
            </a:r>
            <a:r>
              <a:rPr lang="en-US" sz="2800" dirty="0"/>
              <a:t> Pop)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78932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6957-1DC8-CF9C-48ED-B6DEAD23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Flask Web Application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EB815C-DA3F-1C6C-4E6A-EEA561755F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0" y="2508240"/>
            <a:ext cx="1024300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 used: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user interface (form to select inputs)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to ML model (backend)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prediction result clearly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index.html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Form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result.html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Result display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297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28A9-F196-BB96-D240-81112CC0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A7693-966F-DDFA-C77A-A0EBD5117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Outputs shown to user: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City</a:t>
            </a:r>
            <a:r>
              <a:rPr lang="en-US" dirty="0"/>
              <a:t>, </a:t>
            </a:r>
            <a:r>
              <a:rPr lang="en-US" b="1" dirty="0"/>
              <a:t>Crime Type</a:t>
            </a:r>
            <a:r>
              <a:rPr lang="en-US" dirty="0"/>
              <a:t>, </a:t>
            </a:r>
            <a:r>
              <a:rPr lang="en-US" b="1" dirty="0"/>
              <a:t>Year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Predicted Crime Rate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Predicted Number of Cases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Crime Risk Level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Updated Population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73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35C1-C9FA-933B-2CD3-B8F6E1FB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Crime Risk Classification: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33A7C7-6493-7DD1-D39E-731A34B3FF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3062238"/>
            <a:ext cx="35784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≤1 → Very 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1–5 → 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5–15 → High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→ Very High</a:t>
            </a:r>
          </a:p>
        </p:txBody>
      </p:sp>
    </p:spTree>
    <p:extLst>
      <p:ext uri="{BB962C8B-B14F-4D97-AF65-F5344CB8AC3E}">
        <p14:creationId xmlns:p14="http://schemas.microsoft.com/office/powerpoint/2010/main" val="3925504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107CF-5EE3-95FC-8245-20CD66606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8000" dirty="0"/>
              <a:t>Thank You!!! 😊😊</a:t>
            </a:r>
          </a:p>
        </p:txBody>
      </p:sp>
    </p:spTree>
    <p:extLst>
      <p:ext uri="{BB962C8B-B14F-4D97-AF65-F5344CB8AC3E}">
        <p14:creationId xmlns:p14="http://schemas.microsoft.com/office/powerpoint/2010/main" val="1734469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52</TotalTime>
  <Words>396</Words>
  <Application>Microsoft Office PowerPoint</Application>
  <PresentationFormat>Widescreen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Garamond</vt:lpstr>
      <vt:lpstr>Times New Roman</vt:lpstr>
      <vt:lpstr>Organic</vt:lpstr>
      <vt:lpstr>Crime Rate Prediction Using Machine Learning</vt:lpstr>
      <vt:lpstr>Introduction</vt:lpstr>
      <vt:lpstr>Problem Statement</vt:lpstr>
      <vt:lpstr>Objective</vt:lpstr>
      <vt:lpstr>Dataset Details</vt:lpstr>
      <vt:lpstr>Crime Rate Definition</vt:lpstr>
      <vt:lpstr>Machine Learning Model</vt:lpstr>
      <vt:lpstr>PowerPoint Presentation</vt:lpstr>
      <vt:lpstr>PowerPoint Presentation</vt:lpstr>
      <vt:lpstr>PowerPoint Presentation</vt:lpstr>
      <vt:lpstr>Population Scaling Logic</vt:lpstr>
      <vt:lpstr>Flask Web Application</vt:lpstr>
      <vt:lpstr>Results &amp; Outputs</vt:lpstr>
      <vt:lpstr>Crime Risk Classification: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Khetan</dc:creator>
  <cp:lastModifiedBy>Anup Ghimire</cp:lastModifiedBy>
  <cp:revision>2</cp:revision>
  <dcterms:created xsi:type="dcterms:W3CDTF">2025-05-02T05:28:42Z</dcterms:created>
  <dcterms:modified xsi:type="dcterms:W3CDTF">2025-05-02T06:31:55Z</dcterms:modified>
</cp:coreProperties>
</file>